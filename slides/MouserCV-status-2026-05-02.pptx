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3264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3410712"/>
            <a:ext cx="8321040" cy="36576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MouserCV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PLAN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19659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pipeline for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3317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mouse-behaviour scoring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0" y="36576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tried, what is in place today, and what is needed to validate the approach on the new top-down recordings.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60807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Bauer-lab review of the EGFR pruritus collaboration.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mask-feature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914400" cy="36576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a scalable, label-free way to quantify scratching and grooming across cohorts, with as little manual annotation per video as possible.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520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45720" cy="310896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SAM3 prompt-propagation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silhouette masks for each animal, propagated through the clip from a single prompt. Choice driven by the goal of building a classifier directly on mask geometry — keeps the pipeline label-free and avoids per-cohort retraining.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468880"/>
            <a:ext cx="3520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468880"/>
            <a:ext cx="45720" cy="310896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state machine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79476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decision on mask features (velocity → posture → behaviour) with thresholds auto-calibrated from the first 300 frames. Reliable for the geometry-distinct categories (rearing, idle); ambiguous for behaviours that share a silhouette.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468880"/>
            <a:ext cx="3520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468880"/>
            <a:ext cx="45720" cy="310896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 web app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1040" y="379476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tool deployed at mousercv.dejandukic.dev. BORIS-grade keyboard workflow, in/out-point segments, per-mouse track lanes, undo/redo, autosave, CSV export. Built so a domain expert can review and correct labels quickly.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MouserCV  ·  status &amp; plan  ·  May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 WAS TRIED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Front-angle recordings: where the approach hit a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914400" cy="36576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was first run end-to-end on the original diagonal / front-angle cohort (Cage 17082, Cage 2, DOB 160810, RJ193/RJ191). SAM3 produced clean per-frame masks, and the state machine handled rearing and idle well. The blocker emerged upstream of behaviour classification.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5349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34640"/>
            <a:ext cx="45720" cy="324612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08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tracking broke down under occlusion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diagonal viewpoint, animals overlapped and occluded one another frequently — especially in the WT scenes with multiple mice in close contact. Reassignment errors cascaded: once two masks merged or swapped, downstream features became unreliable for the rest of the bout.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2834640"/>
            <a:ext cx="5349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834640"/>
            <a:ext cx="45720" cy="324612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108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33832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 evaluate the mask-feature classifier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40690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stable per-animal mask through a full bout, the question we actually want to answer — can mask geometry alone separate scratching from grooming — cannot be tested cleanly. Tracking failure, not the classifier itself, was the limiting factor on this footage.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MouserCV  ·  status &amp; plan  ·  May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END-TO-END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video to reviewable behaviour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914400" cy="36576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each a discrete service. Outputs of one stage become the input contract of the next, so any single layer can be swapped (e.g. classifier from rules to RF) without touching the rest.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624328"/>
            <a:ext cx="502920" cy="502920"/>
          </a:xfrm>
          <a:prstGeom prst="ellipse">
            <a:avLst/>
          </a:prstGeom>
          <a:solidFill>
            <a:srgbClr val="1F3A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7020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17520" y="25877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upload &amp; storage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08760" y="28986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upload  ·  signed-URL streaming  ·  per-cohort foldering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42416" y="3227832"/>
            <a:ext cx="36576" cy="9144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3319272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" y="3429000"/>
            <a:ext cx="502920" cy="502920"/>
          </a:xfrm>
          <a:prstGeom prst="ellipse">
            <a:avLst/>
          </a:prstGeom>
          <a:solidFill>
            <a:srgbClr val="1F3A6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50672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017520" y="33924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SAM3 prompt-propagation tracking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508760" y="37033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Per-mouse silhouette mask + centroid trajectory, propagated from a single prompt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1042416" y="4032504"/>
            <a:ext cx="36576" cy="9144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" y="4123944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1F3A6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31139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215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017520" y="41970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Mask geometry &amp; motion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508760" y="4507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 ·  aspect ratio  ·  convexity  ·  velocity  ·  oscillation spectrum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1042416" y="4837176"/>
            <a:ext cx="36576" cy="9144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080" y="4928616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04672" y="5038344"/>
            <a:ext cx="502920" cy="502920"/>
          </a:xfrm>
          <a:prstGeom prst="ellipse">
            <a:avLst/>
          </a:prstGeom>
          <a:solidFill>
            <a:srgbClr val="1F3A6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511606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5020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3017520" y="5001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state machine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508760" y="531266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→ posture → behaviour, with temporal smoothing into segments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1042416" y="5641848"/>
            <a:ext cx="36576" cy="9144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34" name="Shape 28"/>
          <p:cNvSpPr/>
          <p:nvPr/>
        </p:nvSpPr>
        <p:spPr>
          <a:xfrm>
            <a:off x="640080" y="5733288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04672" y="5843016"/>
            <a:ext cx="502920" cy="502920"/>
          </a:xfrm>
          <a:prstGeom prst="ellipse">
            <a:avLst/>
          </a:prstGeom>
          <a:solidFill>
            <a:srgbClr val="1F3A6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5920740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08760" y="5824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017520" y="5806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 web app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1508760" y="61173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lanes  ·  hotkey labelling  ·  in/out points  ·  CSV export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4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MouserCV  ·  status &amp; plan  ·  May 2026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LAYER  ·  IN 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 tool — populated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914400" cy="36576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surface a domain expert lands on. Track lanes on the right, behaviour chips with hotkeys, segment list sorted by start frame, and the export hook in the top bar.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7955280" cy="4023360"/>
          </a:xfrm>
          <a:prstGeom prst="rect">
            <a:avLst/>
          </a:prstGeom>
          <a:solidFill>
            <a:srgbClr val="1F3A6B"/>
          </a:solidFill>
          <a:ln/>
        </p:spPr>
      </p:sp>
      <p:pic>
        <p:nvPicPr>
          <p:cNvPr id="7" name="Image 0" descr="frontend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786384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869680" y="23317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0" y="2331720"/>
            <a:ext cx="45720" cy="82296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0" name="Text 7"/>
          <p:cNvSpPr/>
          <p:nvPr/>
        </p:nvSpPr>
        <p:spPr>
          <a:xfrm>
            <a:off x="9052560" y="2441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LANES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052560" y="2679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Per-mouse colour-coded lanes; identity stable across the clip from SAM3 propagation.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869680" y="3246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69680" y="3246120"/>
            <a:ext cx="45720" cy="82296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4" name="Text 11"/>
          <p:cNvSpPr/>
          <p:nvPr/>
        </p:nvSpPr>
        <p:spPr>
          <a:xfrm>
            <a:off x="9052560" y="3355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HOTKEYS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052560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behaviours mapped 1–7. In-point I, out-point O. Undo / redo, autosave to localStorage.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869680" y="41605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69680" y="4160520"/>
            <a:ext cx="45720" cy="82296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8" name="Text 15"/>
          <p:cNvSpPr/>
          <p:nvPr/>
        </p:nvSpPr>
        <p:spPr>
          <a:xfrm>
            <a:off x="9052560" y="42702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LIST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052560" y="4507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tab. Click a row to seek, hover to delete. Live count visible in the tab title.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869680" y="50749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69680" y="5074920"/>
            <a:ext cx="45720" cy="82296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22" name="Text 19"/>
          <p:cNvSpPr/>
          <p:nvPr/>
        </p:nvSpPr>
        <p:spPr>
          <a:xfrm>
            <a:off x="9052560" y="5184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052560" y="5422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download with track labels, frame ranges, durations, notes — drops straight into downstream analysis.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MouserCV  ·  status &amp; plan  ·  May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WHERE WE ARE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Top-down pivot: tracking solved, questions opened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914400" cy="36576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collaboration moved to a top-down camera. Initial inspection on the available recording confirms that the tracking failure mode is gone — but the change of perspective re-opens the question of how each behaviour appears, and whether a single video is enough to draw conclusions.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43200"/>
            <a:ext cx="45720" cy="169164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 reassignment no longer an issue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above, mice rarely occlude one another for long. SAM3 holds identity through the clip; the multi-WT failure mode does not appear in the top-down footage.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274320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743200"/>
            <a:ext cx="45720" cy="169164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9077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31546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Silhouette geometry is different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611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Postures that were distinctive from the side (rearing, hind-limb scratch) project differently from above. Existing thresholds calibrated on diagonal video do not transfer; the mask-feature set itself needs to be re-characterised.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617720"/>
            <a:ext cx="45720" cy="169164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823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LIMITATION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one top-down video on hand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Scratching is not prominent in this single clip, so the most behaviourally interesting category cannot yet be evaluated. A larger set of recordings — ideally enriched for scratching bouts — is the immediate gating need.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461772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617720"/>
            <a:ext cx="45720" cy="169164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7823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Mask-only discrimination — feasibility unknown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mask features alone can separate scratching from grooming top-down is an open question, not a settled one. It cannot be answered without (a) more footage and (b) a small ground-truth set to calibrate against.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MouserCV  ·  status &amp; plan  ·  May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PATH FORWARD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unblocks the rest of the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914400" cy="36576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steps are sequenced so that each one reduces a specific uncertainty and feeds the next. The label-free goal is preserved as the design target; whether it is achievable will be determined by the ground-truth calibration 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532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06040"/>
            <a:ext cx="45720" cy="155448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88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828800" y="2834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more top-down recordings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33832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on clips with clear scratching activity. Until the set is broader, no statement about top-down scratch detection can be supported by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2606040"/>
            <a:ext cx="5532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606040"/>
            <a:ext cx="45720" cy="155448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788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543800" y="2834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small golden-standard 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33832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videos densely annotated by the domain expert — scratch, groom, hypergroom, head shake. This is what every later decision (feature choice, classifier shape, threshold tuning) will be calibrated against.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532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343400"/>
            <a:ext cx="45720" cy="155448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26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1828800" y="45720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DLC SuperAnimal keypoints top-down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51206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zero-shot pose estimation (top-view-mouse model) on the new footage and check per-keypoint confidence. Keypoints are the natural fallback signal if mask features turn out to be insufficient on their own.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4343400"/>
            <a:ext cx="5532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343400"/>
            <a:ext cx="45720" cy="1554480"/>
          </a:xfrm>
          <a:prstGeom prst="rect">
            <a:avLst/>
          </a:prstGeom>
          <a:solidFill>
            <a:srgbClr val="1F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526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543800" y="45720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classifier form against the golden set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43800" y="51206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ground-truth in hand, test: (a) mask features alone, (b) mask + selected keypoints, (c) a learned model. Keep the simplest form that meets accuracy on the calibration set; remain label-free wherever feasible.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annotation tool is ready to support this loop today; the bottleneck is footage and ground-truth, not infrastructure.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MouserCV  ·  status &amp; plan  ·  May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813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MouserCV — Status &amp; Plan</dc:title>
  <dc:subject>PptxGenJS Presentation</dc:subject>
  <dc:creator>Dejan Dukic</dc:creator>
  <cp:lastModifiedBy>Dejan Dukic</cp:lastModifiedBy>
  <cp:revision>1</cp:revision>
  <dcterms:created xsi:type="dcterms:W3CDTF">2026-05-04T06:22:32Z</dcterms:created>
  <dcterms:modified xsi:type="dcterms:W3CDTF">2026-05-04T06:22:32Z</dcterms:modified>
</cp:coreProperties>
</file>